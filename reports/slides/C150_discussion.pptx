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for the discussion: C150 is the one rule in the 16-rule unitary family whose sector structure we can write down in closed form. That makes it the right place to ask what a sector does and does not tell you — which is the question that generalises.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§1. The 2.022 anomaly is resolved on slide 6 — it was a prefactor being read as 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through-line: kinematics is solved exactly; everything dynamical sits strictly below what kinematics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§2. The validation is against the streamed engine, which knows nothing about the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§3. This is the step that turns a numerical observation into a closed form. Everything downstream is bookkeeping on this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§4. This also corrected two loose statements in R2: sector sizes are the EVEN-WEIGHT entries of Pascal's row N+1 (the 'lower half' phrasing only coincides for even N), and D_max is the central binomial except at N ≡ 1 mod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§5. Left route uses exact Z[1/√2] amplitudes and no result of this report; right route uses the flip reduction. They agree at N=21,22 where they overlap, and the reduction is 4×10^4 / 1×10^5 times faster there. N=32 = 4.29e9 basis states, 21.0 GB peak — the uint32 and RAM ceiling; N=33 would need a 64-bit label array (68.7 GB).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the closed form is exact at every N, so the frontier is a validation frontier, not a discovery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§6. This is the precise, rule-specific form of the general caveat in R1 §'What a sector is': the graph gives dim K(x) ≤ |S_w| and away from the extremal shells the inequality is strict.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markers on the left are the extremal shells |S_w| ≤ N+1 — the only ones with a nondegenerate spectrum, hence the only ones a basis state's Krylov space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§7. Careful: interacting does NOT imply chaotic — see the next slide. That inference is exactly the one we had to retract.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§7.3. m = ⌈N/2⌉ = number of even sites. The law was fitted on N ≤ 13 and confirmed OUT OF SAMPLE at N = 14 (predicted 2187, got 2187). No tolerance to argue about: at N=12 the gaps split into 3367 below 1e-12 and 728 above 1e-4 with five empty decades between, so the count is identical for thresholds 1e-13 … 1e-5.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§7.4–7.5. References generated through the identical pipeline: Poisson 0.384, 2×Haar-O 0.418, COE 0.530, Haar-O 0.600, CUE 0.606. Erratum worth mentioning: an earlier draft predicted the statistics 'will not look free', which read as 'will look chaotic'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had to be handled or the numbers are meaningless: odd N needs reflection-parity resolution (0.43 → 0.60 at N=11); the odd-N shells w and N+1−w have identical spectra and are counted once; and fixed w with growing N is a FEW-BODY problem that must go Poisson.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§8. Same operator, verified by reading HSF/src/model.jl; only a bit reversal of the basis and θ = −arg λ differ, neither of which can touch a spectrum. N=14 = 2187 is the out-of-sample prediction reproduced by a different language, sparse assembly, basis ordering and sign convention. CAVEAT for the stored entropies —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mean stored entropy is sub-thermal throughout, 0.50–0.61 of ln2·⌊N/2⌋ — the direction the rest of the analysis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R8 §9. I initially dropped the lower limit and caught it against the actual Schmidt dimensions — without it the Néel state looks unconstrained (64 patterns instead of 7 at N=12).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Plateaus: single 1.00→1.24 and Néel 0.53→0.58 over N=10…38, both flat and in fact flatter than their own ln N ceilings; pair 1.29→2.45 over N=8…14 with a ceiling equal to the volume-law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the sector fixes the ceiling and hence the law; the dynamics fixes the prefactor; and only non-product states inside a sector can defy the sector's expectation, by not moving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Ranked roughly by payoff. The commutant is the one that unlocks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so the deck is self-contained if someone wants to rerun a number during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C150: an exactly solved quantum cellular automaton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108960"/>
            <a:ext cx="11064240" cy="2011680"/>
          </a:xfrm>
        </p:spPr>
        <p:txBody>
          <a:bodyPr/>
          <a:lstStyle/>
          <a:p>
            <a:r>
              <a:t>…and exactly what the solution does not determine</a:t>
            </a:r>
          </a:p>
          <a:p>
            <a:r>
              <a:t>Krylov sector analysis, Tier 1 — report R8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The rule, and one naming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C150 = Wolfram 150 = local symbol table (I, V, V, I)</a:t>
            </a:r>
          </a:p>
          <a:p>
            <a:pPr lvl="1"/>
            <a:r>
              <a:rPr sz="1600" b="0"/>
              <a:t>Hadamard fires at site i  ⟺  x(i−1) ⊕ x(i+1) = 1</a:t>
            </a:r>
          </a:p>
          <a:p>
            <a:pPr lvl="1"/>
            <a:r>
              <a:rPr sz="1600" b="0"/>
              <a:t>  — the firing condition is exactly classical ECA-90's update</a:t>
            </a:r>
          </a:p>
          <a:p>
            <a:pPr/>
            <a:r>
              <a:rPr sz="1800" b="1"/>
              <a:t>Boundary: obc0, the missing neighbour reads 0</a:t>
            </a:r>
          </a:p>
          <a:p>
            <a:pPr/>
            <a:r>
              <a:rPr sz="1800" b="1"/>
              <a:t>Cycle: brick-wall — even sublattice first, then odd</a:t>
            </a:r>
          </a:p>
          <a:p>
            <a:pPr/>
            <a:r>
              <a:rPr sz="1800" b="1"/>
              <a:t>Same object as HSF rule 6 with gate H (checked from HSF/src/model.jl)</a:t>
            </a:r>
          </a:p>
          <a:p>
            <a:pPr lvl="1"/>
            <a:r>
              <a:rPr sz="1600" b="0"/>
              <a:t>  — so the whole Julia eigendata set is a usable independent oracle</a:t>
            </a:r>
          </a:p>
          <a:p>
            <a:pPr/>
            <a:r>
              <a:rPr sz="1800" b="1"/>
              <a:t>Why this rule</a:t>
            </a:r>
          </a:p>
          <a:p>
            <a:pPr lvl="1"/>
            <a:r>
              <a:rPr sz="1600" b="0"/>
              <a:t>R2 saw binomial sector sizes; R1 uses it as the HSF regression fixture;</a:t>
            </a:r>
          </a:p>
          <a:p>
            <a:pPr lvl="1"/>
            <a:r>
              <a:rPr sz="1600" b="0"/>
              <a:t>and its fitted growth exponent 2.022 sat above the informational ceiling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Five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1. Reduction — sector partition = a single-flip graph</a:t>
            </a:r>
          </a:p>
          <a:p>
            <a:pPr lvl="1"/>
            <a:r>
              <a:rPr sz="1600" b="0"/>
              <a:t>for ANY unitary rule; the brick-wall ordering drops out</a:t>
            </a:r>
          </a:p>
          <a:p>
            <a:pPr/>
            <a:r>
              <a:rPr sz="1800" b="1"/>
              <a:t>2. Solution — walls, hard-core hopping, closed form</a:t>
            </a:r>
          </a:p>
          <a:p>
            <a:pPr lvl="1"/>
            <a:r>
              <a:rPr sz="1600" b="0"/>
              <a:t>|S_w| = C(N+1, w) for even w; the charge is the Ising domain-wall number</a:t>
            </a:r>
          </a:p>
          <a:p>
            <a:pPr/>
            <a:r>
              <a:rPr sz="1800" b="1"/>
              <a:t>3. C150 is symmetry-resolved, NOT fragmented</a:t>
            </a:r>
          </a:p>
          <a:p>
            <a:pPr lvl="1"/>
            <a:r>
              <a:rPr sz="1600" b="0"/>
              <a:t>sector count is linear in N — it is the family's null model</a:t>
            </a:r>
          </a:p>
          <a:p>
            <a:pPr/>
            <a:r>
              <a:rPr sz="1800" b="1"/>
              <a:t>4. Interacting, but not chaotic</a:t>
            </a:r>
          </a:p>
          <a:p>
            <a:pPr lvl="1"/>
            <a:r>
              <a:rPr sz="1600" b="0"/>
              <a:t>#distinct eigenvalues = 3^⌈N/2⌉ exactly — no RMT ensemble fits</a:t>
            </a:r>
          </a:p>
          <a:p>
            <a:pPr/>
            <a:r>
              <a:rPr sz="1800" b="1"/>
              <a:t>5. Area law vs volume law is a sector statement</a:t>
            </a:r>
          </a:p>
          <a:p>
            <a:pPr lvl="1"/>
            <a:r>
              <a:rPr sz="1600" b="0"/>
              <a:t>…but the sector fixes only the ceiling, not the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1 — the sector partition is a flip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Theorem. For a unitary rule the sectors are the connected components of</a:t>
            </a:r>
          </a:p>
          <a:p>
            <a:pPr lvl="1"/>
            <a:r>
              <a:rPr sz="1600" b="0"/>
              <a:t>x  ~  x ⊕ 2^i   for every site i where the Hadamard fires</a:t>
            </a:r>
          </a:p>
          <a:p>
            <a:pPr/>
            <a:r>
              <a:rPr sz="1800" b="1"/>
              <a:t>Proof sketch</a:t>
            </a:r>
          </a:p>
          <a:p>
            <a:pPr lvl="1"/>
            <a:r>
              <a:rPr sz="1600" b="0"/>
              <a:t>each half-layer is depth-1 ⇒ its image from |x⟩ is a subcube (R1 no-interference)</a:t>
            </a:r>
          </a:p>
          <a:p>
            <a:pPr lvl="1"/>
            <a:r>
              <a:rPr sz="1600" b="0"/>
              <a:t>x lies in its own image (⟨b|H|b⟩ ≠ 0) ⇒ composite image ⊇ both half-layer images</a:t>
            </a:r>
          </a:p>
          <a:p>
            <a:pPr lvl="1"/>
            <a:r>
              <a:rPr sz="1600" b="0"/>
              <a:t>inside a half-layer the V/I pattern is frozen ⇒ the subcube is single-flip connected</a:t>
            </a:r>
          </a:p>
          <a:p>
            <a:pPr/>
            <a:r>
              <a:rPr sz="1800" b="1"/>
              <a:t>Two consequences</a:t>
            </a:r>
          </a:p>
          <a:p>
            <a:pPr lvl="1"/>
            <a:r>
              <a:rPr sz="1600" b="0"/>
              <a:t>the brick-wall ORDER is irrelevant — the partition is a property of the symbol table</a:t>
            </a:r>
          </a:p>
          <a:p>
            <a:pPr lvl="1"/>
            <a:r>
              <a:rPr sz="1600" b="0"/>
              <a:t>cost drops from O(2^N·|succ|) to O(N·2^N) — this is what reaches N = 32</a:t>
            </a:r>
          </a:p>
          <a:p>
            <a:pPr/>
            <a:r>
              <a:rPr sz="1800" b="1"/>
              <a:t>Validated: all 16 unitary rules × both boundaries × N = 3…12 — 320 units, 0 mismatches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2 — walls: the whole rule in one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Bond variables  b_j = x_j ⊕ x_(j+1),  j = 0…N,  x(−1) = x(N) = 0</a:t>
            </a:r>
          </a:p>
          <a:p>
            <a:pPr lvl="1"/>
            <a:r>
              <a:rPr sz="1600" b="0"/>
              <a:t>x ↦ b is a BIJECTION onto the even-weight strings of length N+1</a:t>
            </a:r>
          </a:p>
          <a:p>
            <a:pPr/>
            <a:r>
              <a:rPr sz="1800" b="1"/>
              <a:t>The elementary move</a:t>
            </a:r>
          </a:p>
          <a:p>
            <a:pPr lvl="1"/>
            <a:r>
              <a:rPr sz="1600" b="0"/>
              <a:t>flipping x_i toggles bonds b_i, b_(i+1), and is allowed iff b_i ≠ b_(i+1)</a:t>
            </a:r>
          </a:p>
          <a:p>
            <a:pPr lvl="1"/>
            <a:r>
              <a:rPr sz="1600" b="0"/>
              <a:t>⇒ a HARD-CORE HOP of one domain wall.  Walls are never created or destroyed.</a:t>
            </a:r>
          </a:p>
          <a:p>
            <a:pPr/>
            <a:r>
              <a:rPr sz="1800" b="1"/>
              <a:t>Therefore</a:t>
            </a:r>
          </a:p>
          <a:p>
            <a:pPr lvl="1"/>
            <a:r>
              <a:rPr sz="1600" b="0"/>
              <a:t>conserved charge Q = Σ (1 − Z_j Z_(j+1))/2 — the open Ising domain-wall number</a:t>
            </a:r>
          </a:p>
          <a:p>
            <a:pPr lvl="1"/>
            <a:r>
              <a:rPr sz="1600" b="0"/>
              <a:t>each wall shell is exactly one sector (hard-core hopping is connected on a shell)</a:t>
            </a:r>
          </a:p>
          <a:p>
            <a:pPr/>
            <a:r>
              <a:rPr sz="1800" b="1"/>
              <a:t>Zero charge violations over every state, N = 3…12, both boundary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3 — the closed form, and the growth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|S_w| = C(N+1, w) for even w     #sectors = ⌊(N+1)/2⌋ + 1     D_max = max over even w</a:t>
            </a:r>
          </a:p>
          <a:p>
            <a:pPr lvl="1"/>
            <a:r>
              <a:rPr sz="1600" b="0"/>
              <a:t>matches every stored Tier-1a unit, N = 6…20, both boundary conditions</a:t>
            </a:r>
          </a:p>
          <a:p>
            <a:pPr/>
            <a:r>
              <a:rPr sz="1800" b="1"/>
              <a:t>C150 is NOT fragmented</a:t>
            </a:r>
          </a:p>
          <a:p>
            <a:pPr lvl="1"/>
            <a:r>
              <a:rPr sz="1600" b="0"/>
              <a:t>sector count is LINEAR in N and every sector is a full Q-eigenspace</a:t>
            </a:r>
          </a:p>
          <a:p>
            <a:pPr lvl="1"/>
            <a:r>
              <a:rPr sz="1600" b="0"/>
              <a:t>no Krylov structure beyond the U(1) charge — contrast W204's 2^N frozen singletons</a:t>
            </a:r>
          </a:p>
          <a:p>
            <a:pPr lvl="1"/>
            <a:r>
              <a:rPr sz="1600" b="0"/>
              <a:t>→ it is the wrong example to quote for Hilbert-space fragmentation</a:t>
            </a:r>
          </a:p>
          <a:p>
            <a:pPr/>
            <a:r>
              <a:rPr sz="1800" b="1"/>
              <a:t>The 2.022 anomaly, resolved</a:t>
            </a:r>
          </a:p>
          <a:p>
            <a:pPr lvl="1"/>
            <a:r>
              <a:rPr sz="1600" b="0"/>
              <a:t>D_max/2^N = 2√(2/π(N+1)) — base is EXACTLY 2, the decay is an N^(−1/2) prefactor</a:t>
            </a:r>
          </a:p>
          <a:p>
            <a:pPr lvl="1"/>
            <a:r>
              <a:rPr sz="1600" b="0"/>
              <a:t>plus a sawtooth at N ≡ 1 (mod 4), where the central binomial sits at odd w</a:t>
            </a:r>
          </a:p>
          <a:p>
            <a:pPr lvl="1"/>
            <a:r>
              <a:rPr sz="1600" b="0"/>
              <a:t>a pure-exponential fit reads prefactor + sawtooth as a base above the ceiling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Numerical frontier — two independent routes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37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466"/>
                <a:gridCol w="2048933"/>
                <a:gridCol w="1434253"/>
                <a:gridCol w="2048933"/>
                <a:gridCol w="2253826"/>
                <a:gridCol w="2253826"/>
              </a:tblGrid>
              <a:tr h="328041">
                <a:tc>
                  <a:txBody>
                    <a:bodyPr/>
                    <a:lstStyle/>
                    <a:p>
                      <a:r>
                        <a:rPr sz="13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2^N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#sectors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streamed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flip graph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1,048,576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352,716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2,097,152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646,646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3.6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 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4,194,304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1,352,078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10.2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 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268,435,456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77,558,760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37.7 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1,073,741,824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300,540,195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154 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2,147,483,648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601,080,390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297 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3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4,294,967,296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1,166,803,110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815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Exact sector structure, and where the numerics stop</a:t>
            </a:r>
          </a:p>
        </p:txBody>
      </p:sp>
      <p:pic>
        <p:nvPicPr>
          <p:cNvPr id="3" name="Picture 2" descr="fig_c150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088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Left: the closed form with both computed frontiers marked. Right: D_max/2^N against 2√(2/π(N+1)) — base 2, N^(−1/2) prefactor, sawtooth at N ≡ 1 (mod 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What the sector does NOT determine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A sector is the maximal reachable set from a basis state — nothing more</a:t>
            </a:r>
          </a:p>
          <a:p>
            <a:pPr/>
            <a:r>
              <a:rPr sz="1800" b="1"/>
              <a:t>An exponentially large stationary space</a:t>
            </a:r>
          </a:p>
          <a:p>
            <a:pPr lvl="1"/>
            <a:r>
              <a:rPr sz="1600" b="0"/>
              <a:t>dim Fix(U_w) = C(⌈N/2⌉, w/2),  dim Fix(U) = 2^⌈N/2⌉ = 2^(#even sites)</a:t>
            </a:r>
          </a:p>
          <a:p>
            <a:pPr lvl="1"/>
            <a:r>
              <a:rPr sz="1600" b="0"/>
              <a:t>Fix(U) = Fix(L_A) ∩ Fix(L_B); almost all of it is DARK SUPERPOSITIONS</a:t>
            </a:r>
          </a:p>
          <a:p>
            <a:pPr/>
            <a:r>
              <a:rPr sz="1800" b="1"/>
              <a:t>Hence an inner sector is never a Krylov space</a:t>
            </a:r>
          </a:p>
          <a:p>
            <a:pPr lvl="1"/>
            <a:r>
              <a:rPr sz="1600" b="0"/>
              <a:t>spectrum degenerate ⟺ |S_w| &gt; N+1;  dim K(x)/|S_w| = 0.40 … 0.96</a:t>
            </a:r>
          </a:p>
          <a:p>
            <a:pPr/>
            <a:r>
              <a:rPr sz="1800" b="1"/>
              <a:t>Monitored vs unmonitored disagree inside a sector</a:t>
            </a:r>
          </a:p>
          <a:p>
            <a:pPr lvl="1"/>
            <a:r>
              <a:rPr sz="1600" b="0"/>
              <a:t>monitored: provably uniform on S_w (doubly stochastic, irreducible, aperiodic)</a:t>
            </a:r>
          </a:p>
          <a:p>
            <a:pPr lvl="1"/>
            <a:r>
              <a:rPr sz="1600" b="0"/>
              <a:t>unmonitored: diagonal ensemble occupies only 6.6 % … 50 % of the sector</a:t>
            </a:r>
          </a:p>
          <a:p>
            <a:pPr/>
            <a:r>
              <a:rPr sz="1800" b="1"/>
              <a:t>Reflection: commutes for odd N; conjugates U to U⁻¹ for even 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The graph gives the container, not the filling</a:t>
            </a:r>
          </a:p>
        </p:txBody>
      </p:sp>
      <p:pic>
        <p:nvPicPr>
          <p:cNvPr id="3" name="Picture 2" descr="fig_c150_qua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088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Left: Krylov and diagonal-ensemble fractions of a sector; the dashed line is the monitored answer, which is exactly uniform. Right: dim Fix(U) = 2^⌈N/2⌉.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4a — interacting, not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In the bond basis the gate at site i touches bonds i, i+1 only</a:t>
            </a:r>
          </a:p>
          <a:p>
            <a:pPr lvl="1"/>
            <a:r>
              <a:rPr sz="1600" b="0"/>
              <a:t>identity when both bonds agree; on the one-wall subspace a Hadamard coin</a:t>
            </a:r>
          </a:p>
          <a:p>
            <a:pPr lvl="1"/>
            <a:r>
              <a:rPr sz="1600" b="0"/>
              <a:t>M(c) = (1/√2)[[−(−1)^c, 1], [1, (−1)^c]],  det M = −1,  c = wall parity to the left</a:t>
            </a:r>
          </a:p>
          <a:p>
            <a:pPr lvl="1"/>
            <a:r>
              <a:rPr sz="1600" b="0"/>
              <a:t>this bond circuit reproduces the engine to 1.1×10⁻¹⁶ — it IS C150</a:t>
            </a:r>
          </a:p>
          <a:p>
            <a:pPr/>
            <a:r>
              <a:rPr sz="1800" b="1"/>
              <a:t>Two diagonal signs spoil gaussianity</a:t>
            </a:r>
          </a:p>
          <a:p>
            <a:pPr lvl="1"/>
            <a:r>
              <a:rPr sz="1600" b="0"/>
              <a:t>det(H) = −1 but the gate acts by +1 on a doubly occupied pair → maximal nearest-neighbour wall interaction exp(iπ n n)</a:t>
            </a:r>
          </a:p>
          <a:p>
            <a:pPr lvl="1"/>
            <a:r>
              <a:rPr sz="1600" b="0"/>
              <a:t>the (−1)^c string sits on the DENSITY term, not the hop → not absorbed by Jordan–Wigner</a:t>
            </a:r>
          </a:p>
          <a:p>
            <a:pPr/>
            <a:r>
              <a:rPr sz="1800" b="1"/>
              <a:t>Sharp test: a Gaussian circuit has additive many-body eigenphases</a:t>
            </a:r>
          </a:p>
          <a:p>
            <a:pPr lvl="1"/>
            <a:r>
              <a:rPr sz="1600" b="0"/>
              <a:t>C150: 0.55 … 1.87 rad   remove one defect: still 0.43 … 1.10 rad</a:t>
            </a:r>
          </a:p>
          <a:p>
            <a:pPr lvl="1"/>
            <a:r>
              <a:rPr sz="1600" b="0"/>
              <a:t>remove BOTH: additive to 4×10⁻¹⁵ — so both signs are needed, and C150 is interacting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4b — the spectrum is exponentially degenerate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39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04"/>
                <a:gridCol w="2258008"/>
                <a:gridCol w="2258008"/>
                <a:gridCol w="3612813"/>
                <a:gridCol w="1806406"/>
              </a:tblGrid>
              <a:tr h="328041">
                <a:tc>
                  <a:txBody>
                    <a:bodyPr/>
                    <a:lstStyle/>
                    <a:p>
                      <a:r>
                        <a:rPr sz="12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2^N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#distinct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closed form 3^m / (3^m±1)/2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fraction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0.316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0.236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0.237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0.178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0.178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0.133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4c — no random-matrix ensemble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β = 2 (GUE / CUE) excluded by symmetry</a:t>
            </a:r>
          </a:p>
          <a:p>
            <a:pPr lvl="1"/>
            <a:r>
              <a:rPr sz="1600" b="0"/>
              <a:t>U is real orthogonal ⇒ complex conjugation is a time reversal, K²=1</a:t>
            </a:r>
          </a:p>
          <a:p>
            <a:pPr lvl="1"/>
            <a:r>
              <a:rPr sz="1600" b="0"/>
              <a:t>⇒ eigenvalues in mirror pairs; all statistics on θ ∈ (0, π) only</a:t>
            </a:r>
          </a:p>
          <a:p>
            <a:pPr/>
            <a:r>
              <a:rPr sz="1800" b="1"/>
              <a:t>β = 1 (COE / Haar-O) excluded by the degeneracy law</a:t>
            </a:r>
          </a:p>
          <a:p>
            <a:pPr lvl="1"/>
            <a:r>
              <a:rPr sz="1600" b="0"/>
              <a:t>no chaotic Floquet operator has 3^m distinct eigenvalues out of 2^N</a:t>
            </a:r>
          </a:p>
          <a:p>
            <a:pPr/>
            <a:r>
              <a:rPr sz="1800" b="1"/>
              <a:t>Poisson excluded too</a:t>
            </a:r>
          </a:p>
          <a:p>
            <a:pPr lvl="1"/>
            <a:r>
              <a:rPr sz="1600" b="0"/>
              <a:t>ONE universal set Θ_N per N: every shell's spectrum ⊆ Θ_N, and the largest shell realises ALL of it (small shells as little as 1.8 %)</a:t>
            </a:r>
          </a:p>
          <a:p>
            <a:pPr lvl="1"/>
            <a:r>
              <a:rPr sz="1600" b="0"/>
              <a:t>largest shell N=16, w=8: ⟨r̃⟩ = 0.347, BELOW Poisson (0.384) — and superposition can only approach Poisson from above</a:t>
            </a:r>
          </a:p>
          <a:p>
            <a:pPr/>
            <a:r>
              <a:rPr sz="1800" b="1"/>
              <a:t>Structural source: U = L_B·L_A is a product of two involutions</a:t>
            </a:r>
          </a:p>
          <a:p>
            <a:pPr lvl="1"/>
            <a:r>
              <a:rPr sz="1600" b="0"/>
              <a:t>gives the ±θ pairing and explains Fix(U) = Fix(L_A) ∩ Fix(L_B)</a:t>
            </a:r>
          </a:p>
          <a:p>
            <a:pPr/>
            <a:r>
              <a:rPr sz="1800" b="1"/>
              <a:t>⇒ C150 is INTERACTING BUT NOT CHAOTIC — the two are compatible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Level statistics against generated references</a:t>
            </a:r>
          </a:p>
        </p:txBody>
      </p:sp>
      <p:pic>
        <p:nvPicPr>
          <p:cNvPr id="3" name="Picture 2" descr="fig_c150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088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Left: ⟨r̃⟩ per symmetry block with the reference ensembles as bands. Right: the unfolded spacing distribution.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Independent check: the HSF Julia eigendata (rule 6 = 150)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38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0"/>
                <a:gridCol w="1659636"/>
                <a:gridCol w="1290827"/>
                <a:gridCol w="1659636"/>
                <a:gridCol w="1475232"/>
                <a:gridCol w="1106424"/>
                <a:gridCol w="1290827"/>
                <a:gridCol w="1659636"/>
              </a:tblGrid>
              <a:tr h="328041">
                <a:tc>
                  <a:txBody>
                    <a:bodyPr/>
                    <a:lstStyle/>
                    <a:p>
                      <a:r>
                        <a:rPr sz="12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#distinct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3^m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dim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deg. states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0.43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0.53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0.56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0.67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0.66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0.73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A caveat for the stored entanglement entropies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On a degenerate eigenvalue the eigensolver returns an ARBITRARY orthonormal basis</a:t>
            </a:r>
          </a:p>
          <a:p>
            <a:pPr lvl="1"/>
            <a:r>
              <a:rPr sz="1600" b="0"/>
              <a:t>and the half-chain entropy is not constant on that basis</a:t>
            </a:r>
          </a:p>
          <a:p>
            <a:pPr/>
            <a:r>
              <a:rPr sz="1800" b="1"/>
              <a:t>Measured</a:t>
            </a:r>
          </a:p>
          <a:p>
            <a:pPr lvl="1"/>
            <a:r>
              <a:rPr sz="1600" b="0"/>
              <a:t>rotating inside one eigenspace moves the stored entropies by up to 0.27 nats</a:t>
            </a:r>
          </a:p>
          <a:p>
            <a:pPr lvl="1"/>
            <a:r>
              <a:rPr sz="1600" b="0"/>
              <a:t>the same test on a simple eigenvalue gives a spread of exactly 0</a:t>
            </a:r>
          </a:p>
          <a:p>
            <a:pPr/>
            <a:r>
              <a:rPr sz="1800" b="1"/>
              <a:t>For this rule that is the typical case, not an edge case</a:t>
            </a:r>
          </a:p>
          <a:p>
            <a:pPr lvl="1"/>
            <a:r>
              <a:rPr sz="1600" b="0"/>
              <a:t>fraction of stored eigenstates in a degenerate eigenspace: 0.43 (N=8) → 0.74 (N=14)</a:t>
            </a:r>
          </a:p>
          <a:p>
            <a:pPr lvl="1"/>
            <a:r>
              <a:rPr sz="1600" b="0"/>
              <a:t>multiplicities up to 35 within a single sector</a:t>
            </a:r>
          </a:p>
          <a:p>
            <a:pPr/>
            <a:r>
              <a:rPr sz="1800" b="1"/>
              <a:t>Not a defect in the HSF code — a property of the spectrum</a:t>
            </a:r>
          </a:p>
          <a:p>
            <a:pPr lvl="1"/>
            <a:r>
              <a:rPr sz="1600" b="0"/>
              <a:t>options: restrict statistics to simple eigenvalues, or use a basis-independent quantity (eigenspace-averaged purity)</a:t>
            </a:r>
          </a:p>
          <a:p>
            <a:pPr lvl="1"/>
            <a:r>
              <a:rPr sz="1600" b="0"/>
              <a:t>worth checking which of the other plotted rules share this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Result 5 — why the same rule gives area AND volume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The three Fig. 3a states are in three very differently sized sectors</a:t>
            </a:r>
          </a:p>
          <a:p>
            <a:pPr lvl="1"/>
            <a:r>
              <a:rPr sz="1600" b="0"/>
              <a:t>single excitation |0…010…0⟩:  w = 2   →  |S_w| = C(N+1,2), POLYNOMIAL</a:t>
            </a:r>
          </a:p>
          <a:p>
            <a:pPr lvl="1"/>
            <a:r>
              <a:rPr sz="1600" b="0"/>
              <a:t>Néel |0101…⟩:                 w = N   →  |S_w| = N+1, LINEAR</a:t>
            </a:r>
          </a:p>
          <a:p>
            <a:pPr lvl="1"/>
            <a:r>
              <a:rPr sz="1600" b="0"/>
              <a:t>pair |001100…⟩:               w ≈ N/2 →  |S_w| exponential</a:t>
            </a:r>
          </a:p>
          <a:p>
            <a:pPr/>
            <a:r>
              <a:rPr sz="1800" b="1"/>
              <a:t>So the premise fails: C(N+1,w) is exponentially large only near w = (N+1)/2</a:t>
            </a:r>
          </a:p>
          <a:p>
            <a:pPr lvl="1"/>
            <a:r>
              <a:rPr sz="1600" b="0"/>
              <a:t>the Néel state is a ONE-HOLE state in wall language — a wall on every bond but one, hard-core ⇒ JAMMED</a:t>
            </a:r>
          </a:p>
          <a:p>
            <a:pPr/>
            <a:r>
              <a:rPr sz="1800" b="1"/>
              <a:t>The exact ceiling is the bipartite Schmidt rank, not ln|S_w|</a:t>
            </a:r>
          </a:p>
          <a:p>
            <a:pPr lvl="1"/>
            <a:r>
              <a:rPr sz="1600" b="0"/>
              <a:t>from w = w_A + b_cut + w_B; the LOWER limit matters at high filling</a:t>
            </a:r>
          </a:p>
          <a:p>
            <a:pPr lvl="1"/>
            <a:r>
              <a:rPr sz="1600" b="0"/>
              <a:t>verified = the compressed Schmidt dimension for all w, N = 6…14</a:t>
            </a:r>
          </a:p>
          <a:p>
            <a:pPr lvl="1"/>
            <a:r>
              <a:rPr sz="1600" b="0"/>
              <a:t>at N=26: single ln 92 = 4.5, Néel ln 14 = 2.6, pair 9.011 = ⌊N/2⌋ln2 exactly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Area law, area law, volume law — predicted by w alone</a:t>
            </a:r>
          </a:p>
        </p:txBody>
      </p:sp>
      <p:pic>
        <p:nvPicPr>
          <p:cNvPr id="3" name="Picture 2" descr="fig_c150_entang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3122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Left: S(t) at N=14 with the kinematic ceilings. Middle: the plateau vs N — single excitation and Néel are FLAT to N=38, the pair state grows. Right: the entanglement dome vs wall filling.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Is the sector enough? — the three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For the growth TYPE and its N-scaling: YES</a:t>
            </a:r>
          </a:p>
          <a:p>
            <a:pPr lvl="1"/>
            <a:r>
              <a:rPr sz="1600" b="0"/>
              <a:t>via the exact ceiling, not via |S_w| — knowing w already separates ln N from N</a:t>
            </a:r>
          </a:p>
          <a:p>
            <a:pPr/>
            <a:r>
              <a:rPr sz="1800" b="1"/>
              <a:t>For PRODUCT initial states, the sector nearly fixes the value too: ±3 %</a:t>
            </a:r>
          </a:p>
          <a:p>
            <a:pPr lvl="1"/>
            <a:r>
              <a:rPr sz="1600" b="0"/>
              <a:t>six random basis states of the N=14, w=6 shell: plateaus 2.26 … 2.39</a:t>
            </a:r>
          </a:p>
          <a:p>
            <a:pPr lvl="1"/>
            <a:r>
              <a:rPr sz="1600" b="0"/>
              <a:t>Fig. 3a uses product states ⇒ its three curves are set by three integers w</a:t>
            </a:r>
          </a:p>
          <a:p>
            <a:pPr/>
            <a:r>
              <a:rPr sz="1800" b="1"/>
              <a:t>Over ALL states of a shell: NO</a:t>
            </a:r>
          </a:p>
          <a:p>
            <a:pPr lvl="1"/>
            <a:r>
              <a:rPr sz="1600" b="0"/>
              <a:t>the stationary states of the same shell — C(⌈N/2⌉, w/2) = 35 at N=14, w=6 —</a:t>
            </a:r>
          </a:p>
          <a:p>
            <a:pPr lvl="1"/>
            <a:r>
              <a:rPr sz="1600" b="0"/>
              <a:t>have S(t) CONSTANT to 1e-15, at a value ABOVE the product plateau (3.5 vs 2.4)</a:t>
            </a:r>
          </a:p>
          <a:p>
            <a:pPr lvl="1"/>
            <a:r>
              <a:rPr sz="1600" b="0"/>
              <a:t>a 35-dimensional family with zero entanglement growth inside a volume-law sector</a:t>
            </a:r>
          </a:p>
          <a:p>
            <a:pPr/>
            <a:r>
              <a:rPr sz="1800" b="1"/>
              <a:t>The dome's shape is the ceiling's shape; the dynamics supplies only an O(1) fill factor ≈ ½</a:t>
            </a:r>
          </a:p>
          <a:p>
            <a:pPr lvl="1"/>
            <a:r>
              <a:rPr sz="1600" b="0"/>
              <a:t>the same sub-thermal fraction as the HSF entropies — as the degenerate spectrum predicts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Identify the commutant</a:t>
            </a:r>
          </a:p>
          <a:p>
            <a:pPr lvl="1"/>
            <a:r>
              <a:rPr sz="1600" b="0"/>
              <a:t>the 3^m law forces an exponentially large commutant (Σ m_λ²)</a:t>
            </a:r>
          </a:p>
          <a:p>
            <a:pPr lvl="1"/>
            <a:r>
              <a:rPr sz="1600" b="0"/>
              <a:t>its generators would prove the law AND make the block-resolved spacing statistics exact rather than a lower bound</a:t>
            </a:r>
          </a:p>
          <a:p>
            <a:pPr/>
            <a:r>
              <a:rPr sz="1800" b="1"/>
              <a:t>Derive the two closed forms</a:t>
            </a:r>
          </a:p>
          <a:p>
            <a:pPr lvl="1"/>
            <a:r>
              <a:rPr sz="1600" b="0"/>
              <a:t>dim Fix(U_w) = C(⌈N/2⌉, w/2), and a w-resolved version of the 3^m law</a:t>
            </a:r>
          </a:p>
          <a:p>
            <a:pPr/>
            <a:r>
              <a:rPr sz="1800" b="1"/>
              <a:t>The partner-shell intertwiner</a:t>
            </a:r>
          </a:p>
          <a:p>
            <a:pPr lvl="1"/>
            <a:r>
              <a:rPr sz="1600" b="0"/>
              <a:t>for odd N the shells w and N+1−w have identical spectra (1.2e-14),</a:t>
            </a:r>
          </a:p>
          <a:p>
            <a:pPr lvl="1"/>
            <a:r>
              <a:rPr sz="1600" b="0"/>
              <a:t>but the bond particle-hole map does NOT commute with U — unidentified</a:t>
            </a:r>
          </a:p>
          <a:p>
            <a:pPr/>
            <a:r>
              <a:rPr sz="1800" b="1"/>
              <a:t>C150 on the ring</a:t>
            </a:r>
          </a:p>
          <a:p>
            <a:pPr lvl="1"/>
            <a:r>
              <a:rPr sz="1600" b="0"/>
              <a:t>kinematics solved; the quantum layer is obc0 only. The 2-to-1 wall map gives the bond frame a Z₂ gauge redundancy</a:t>
            </a:r>
          </a:p>
          <a:p>
            <a:pPr/>
            <a:r>
              <a:rPr sz="1800" b="1"/>
              <a:t>Frontier</a:t>
            </a:r>
          </a:p>
          <a:p>
            <a:pPr lvl="1"/>
            <a:r>
              <a:rPr sz="1600" b="0"/>
              <a:t>N = 33 needs a 64-bit label array (68.7 GB), or a two-pass compact relabelling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2600"/>
              <a:t>Reproduce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600" b="1"/>
              <a:t>Closed forms, wall bijection, charge conservation, engine cross-check</a:t>
            </a:r>
          </a:p>
          <a:p>
            <a:pPr lvl="1"/>
            <a:r>
              <a:rPr sz="1400" b="0"/>
              <a:t>python -m qca_fragmentation.c150 --verify</a:t>
            </a:r>
          </a:p>
          <a:p>
            <a:pPr/>
            <a:r>
              <a:rPr sz="1600" b="1"/>
              <a:t>Frontiers</a:t>
            </a:r>
          </a:p>
          <a:p>
            <a:pPr lvl="1"/>
            <a:r>
              <a:rPr sz="1400" b="0"/>
              <a:t>python -m qca_fragmentation.run_rule --rule 150 --N 21-22 --bc obc0</a:t>
            </a:r>
          </a:p>
          <a:p>
            <a:pPr lvl="1"/>
            <a:r>
              <a:rPr sz="1400" b="0"/>
              <a:t>python -m qca_fragmentation.c150 --frontier 21-32 --bc obc0</a:t>
            </a:r>
          </a:p>
          <a:p>
            <a:pPr/>
            <a:r>
              <a:rPr sz="1600" b="1"/>
              <a:t>Quantum layer, level statistics, entanglement, HSF check</a:t>
            </a:r>
          </a:p>
          <a:p>
            <a:pPr lvl="1"/>
            <a:r>
              <a:rPr sz="1400" b="0"/>
              <a:t>python -m qca_fragmentation.scaling.c150_report --quantum</a:t>
            </a:r>
          </a:p>
          <a:p>
            <a:pPr lvl="1"/>
            <a:r>
              <a:rPr sz="1400" b="0"/>
              <a:t>python -m qca_fragmentation.quantum.rule150_levels --run</a:t>
            </a:r>
          </a:p>
          <a:p>
            <a:pPr lvl="1"/>
            <a:r>
              <a:rPr sz="1400" b="0"/>
              <a:t>python -m qca_fragmentation.quantum.rule150_entanglement --run</a:t>
            </a:r>
          </a:p>
          <a:p>
            <a:pPr lvl="1"/>
            <a:r>
              <a:rPr sz="1400" b="0"/>
              <a:t>python -m qca_fragmentation.quantum.hsf_compare --all</a:t>
            </a:r>
          </a:p>
          <a:p>
            <a:pPr/>
            <a:r>
              <a:rPr sz="1600" b="1"/>
              <a:t>Report and data</a:t>
            </a:r>
          </a:p>
          <a:p>
            <a:pPr lvl="1"/>
            <a:r>
              <a:rPr sz="1400" b="0"/>
              <a:t>reports/pdf/R8_c150.pdf  (18 pp)   ·   analytics/c150_*.json</a:t>
            </a:r>
          </a:p>
          <a:p>
            <a:pPr lvl="1"/>
            <a:r>
              <a:rPr sz="1400" b="0"/>
              <a:t>full test suite: 403 tests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A Tier-2 view — C150 as an open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0"/>
              <a:t>Tier 2 studies the full 256-rule family as CHANNELS: each neighbour pattern carries I, V (Hadamard), D (reset to 0) or E (reset to 1)</a:t>
            </a:r>
          </a:p>
          <a:p>
            <a:pPr lvl="1"/>
            <a:r>
              <a:rPr sz="1600" b="0"/>
              <a:t>C150 = (I, V, V, I) is one of the 16 unitary members — the D/E-free corner</a:t>
            </a:r>
          </a:p>
          <a:p>
            <a:pPr/>
            <a:r>
              <a:rPr sz="1800" b="1"/>
              <a:t>Three questions the sector graph cannot answer, and the channel formalism can</a:t>
            </a:r>
          </a:p>
          <a:p>
            <a:pPr lvl="1"/>
            <a:r>
              <a:rPr sz="1600" b="0"/>
              <a:t>how large is the algebra of conserved operators?  (slide 20's first open item)</a:t>
            </a:r>
          </a:p>
          <a:p>
            <a:pPr lvl="1"/>
            <a:r>
              <a:rPr sz="1600" b="0"/>
              <a:t>what survives when the rule is made dissipative — are the sectors fragile?</a:t>
            </a:r>
          </a:p>
          <a:p>
            <a:pPr lvl="1"/>
            <a:r>
              <a:rPr sz="1600" b="0"/>
              <a:t>is the protected coherence a decoherence-free subspace, i.e. usable as a code?</a:t>
            </a:r>
          </a:p>
          <a:p>
            <a:pPr/>
            <a:r>
              <a:rPr sz="1800" b="1"/>
              <a:t>Everything below is an INDEPENDENT re-derivation</a:t>
            </a:r>
          </a:p>
          <a:p>
            <a:pPr lvl="1"/>
            <a:r>
              <a:rPr sz="1600" b="0"/>
              <a:t>separate repository, separate engine (sector_analysis_tier2); obc0 throughout</a:t>
            </a:r>
          </a:p>
          <a:p>
            <a:pPr lvl="1"/>
            <a:r>
              <a:rPr sz="1600" b="0"/>
              <a:t>marked results are exact over ℚ(√2) — rational Gaussian elimination, no eigensolver, no tolerance</a:t>
            </a:r>
          </a:p>
          <a:p>
            <a:pPr lvl="1"/>
            <a:r>
              <a:rPr sz="1600" b="0"/>
              <a:t>first cross-check: the Tier-2 SCC code reproduces #sectors = ⌊(N+1)/2⌋+1 for N = 3…12, and the pbc counts, with no shared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Dictionary — sectors ↔ open-system language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4610100"/>
                <a:gridCol w="3688080"/>
              </a:tblGrid>
              <a:tr h="328041">
                <a:tc>
                  <a:txBody>
                    <a:bodyPr/>
                    <a:lstStyle/>
                    <a:p>
                      <a:r>
                        <a:rPr sz="1200" b="1"/>
                        <a:t>Tier 1 (unitary)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Tier 2 (channel 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C150, obc0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Krylov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terminal SCC of the support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every SCC is terminal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— (no counterpart)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transient SCCs → condensation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EMPTY: the DAG has no edges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#sectors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n_recurrent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⌊(N+1)/2⌋ + 1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Fix(U)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λ = 1 eigenspace of 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dim 2^m,  m = ⌈N/2⌉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commutant of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fixed-point algebra; dim = Σ m_λ² = Cesàro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6^m  (new — see next slide)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spectral degeneracy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protected coherence: gap = Σ m_λ² − n_recurrent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33 at N = 4;  6^m − ⌊(N+1)/2⌋ − 1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200" b="0"/>
                        <a:t>— (no counterpart)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transient dark states (R-T11)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none — there is no transient region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C150 is the degenerate case of the Tier-2 machinery: a channel with no transient region at all. That is exactly why every attractor question for it collapses to a question about the spectrum of 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Open item closed (1) — the commutant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The commutant of U is the fixed-point algebra of the channel: dim = Σ_λ m_λ² = the Cesàro rank</a:t>
            </a:r>
          </a:p>
          <a:p>
            <a:pPr lvl="1"/>
            <a:r>
              <a:rPr sz="1600" b="0"/>
              <a:t>measured from the exact multiplicities, N = 3…11, and matched to a formula</a:t>
            </a:r>
          </a:p>
          <a:p>
            <a:pPr/>
            <a:r>
              <a:rPr sz="1800" b="1"/>
              <a:t>dim C(U) = 6^m for even N,  (6^m + 2^m)/2 for odd N,   m = ⌈N/2⌉</a:t>
            </a:r>
          </a:p>
          <a:p>
            <a:pPr lvl="1"/>
            <a:r>
              <a:rPr sz="1600" b="0"/>
              <a:t>N = 3…11:  20, 36, 112, 216, 656, 1296, 3904, 7776, 23360 — exact, no fit</a:t>
            </a:r>
          </a:p>
          <a:p>
            <a:pPr lvl="1"/>
            <a:r>
              <a:rPr sz="1600" b="0"/>
              <a:t>independently confirmed over ℚ(√2) at N = 4:  dim ker(L − 1) = 36 = 6² — tolerance-free, no eigensolver</a:t>
            </a:r>
          </a:p>
          <a:p>
            <a:pPr/>
            <a:r>
              <a:rPr sz="1800" b="1"/>
              <a:t>Growth (√6)^N = 2.449^N — far above the 2^N of the Hilbert space</a:t>
            </a:r>
          </a:p>
          <a:p>
            <a:pPr lvl="1"/>
            <a:r>
              <a:rPr sz="1600" b="0"/>
              <a:t>the naive Cauchy–Schwarz floor from the 3^m law alone is only 4^N/3^m = 2.309^N, so the degeneracy is even more structured than the count implies</a:t>
            </a:r>
          </a:p>
          <a:p>
            <a:pPr lvl="1"/>
            <a:r>
              <a:rPr sz="1600" b="0"/>
              <a:t>only ⌊(N+1)/2⌋+1 of those dimensions are diagonal (the wall charge) — the commutant is overwhelmingly OFF-diagonal</a:t>
            </a:r>
          </a:p>
          <a:p>
            <a:pPr/>
            <a:r>
              <a:rPr sz="1800" b="1"/>
              <a:t>Protected coherence:  gap = 6^m − ⌊(N+1)/2⌋ − 1</a:t>
            </a:r>
          </a:p>
          <a:p>
            <a:pPr lvl="1"/>
            <a:r>
              <a:rPr sz="1600" b="0"/>
              <a:t>33 at N = 4, 212 at N = 6, 1291 at N = 8, 46 649 at N = 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Open item closed (2) — the full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Spectral factorisation (obc0).  m = ⌈N/2⌉;  M(N) = m × m tridiagonal, off-diagonal ¼, diagonal ½, with</a:t>
            </a:r>
          </a:p>
          <a:p>
            <a:pPr lvl="1"/>
            <a:r>
              <a:rPr sz="1600" b="0"/>
              <a:t>M₀₀ = 1/√2 − ¼  (all N)   and   M_(m−1,m−1) = ¾  (odd N only)</a:t>
            </a:r>
          </a:p>
          <a:p>
            <a:pPr lvl="1"/>
            <a:r>
              <a:rPr sz="1600" b="0"/>
              <a:t>cos φ_i = eigenvalues of M(N)</a:t>
            </a:r>
          </a:p>
          <a:p>
            <a:pPr lvl="1"/>
            <a:r>
              <a:rPr sz="1600" b="0"/>
              <a:t>spec(U) = { Σ_i ε_i φ_i },  ε ∈ {−1, 0, +1}^m,  multiplicity 2^#{ε_i = 0}</a:t>
            </a:r>
          </a:p>
          <a:p>
            <a:pPr lvl="1"/>
            <a:r>
              <a:rPr sz="1600" b="0"/>
              <a:t>odd N: only sign patterns with an EVEN number of non-zero ε occur</a:t>
            </a:r>
          </a:p>
          <a:p>
            <a:pPr/>
            <a:r>
              <a:rPr sz="1800" b="0"/>
              <a:t>Equivalently, for even N a quantisation condition:  sin((m+1)k) = (2√2 − 3)·sin(mk),  cos φ = cos²(k/2)</a:t>
            </a:r>
          </a:p>
          <a:p>
            <a:pPr lvl="1"/>
            <a:r>
              <a:rPr sz="1600" b="0"/>
              <a:t>the boundary defect 2√2 − 3 = −(√2 − 1)² is the obc0 edge; the ¾ is a second defect at the far end, present only for odd N</a:t>
            </a:r>
          </a:p>
          <a:p>
            <a:pPr/>
            <a:r>
              <a:rPr sz="1800" b="1"/>
              <a:t>Verified N = 2…12 against the engine</a:t>
            </a:r>
          </a:p>
          <a:p>
            <a:pPr lvl="1"/>
            <a:r>
              <a:rPr sz="1600" b="0"/>
              <a:t>all 729 distinct eigenphases at N = 12 reproduced from SIX numbers: max phase error 5×10⁻⁹, multiplicities exact</a:t>
            </a:r>
          </a:p>
          <a:p>
            <a:pPr lvl="1"/>
            <a:r>
              <a:rPr sz="1600" b="0"/>
              <a:t>it DERIVES the three laws that were stated separately: #distinct = 3^m (the all-patterns count), dim Fix(U) = 2^m (the all-zero pattern), and dim Fix(U_w) = C(m, w/2) (that pattern's split over wall shells)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Is C150 free after all?  The two tests differ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The tension, stated plainly</a:t>
            </a:r>
          </a:p>
          <a:p>
            <a:pPr lvl="1"/>
            <a:r>
              <a:rPr sz="1600" b="0"/>
              <a:t>Result 4a: C150 is NOT free.  This law: the spectrum factorises over ⌈N/2⌉ modes, which is what a free model does.</a:t>
            </a:r>
          </a:p>
          <a:p>
            <a:pPr/>
            <a:r>
              <a:rPr sz="1800" b="1"/>
              <a:t>Resolution — they test different freeness</a:t>
            </a:r>
          </a:p>
          <a:p>
            <a:pPr lvl="1"/>
            <a:r>
              <a:rPr sz="1600" b="0"/>
              <a:t>Result 4a asks whether the w-wall block is the w-th antisymmetric power of the ONE-wall block: free, NUMBER-CONSERVING walls.  That is refuted, and stands.</a:t>
            </a:r>
          </a:p>
          <a:p>
            <a:pPr lvl="1"/>
            <a:r>
              <a:rPr sz="1600" b="0"/>
              <a:t>this law's modes are not wall occupations: each carries ε ∈ {−1, 0, +1} (a ± pair), and there are ⌈N/2⌉ of them, not N+1</a:t>
            </a:r>
          </a:p>
          <a:p>
            <a:pPr lvl="1"/>
            <a:r>
              <a:rPr sz="1600" b="0"/>
              <a:t>direct evidence: the w = 2 shell at N = 6 (21 states) contains 0-mode, 1-mode AND 2-mode phases — 3 + 6 + 12 — so mode number ≠ wall number</a:t>
            </a:r>
          </a:p>
          <a:p>
            <a:pPr/>
            <a:r>
              <a:rPr sz="1800" b="1"/>
              <a:t>Honest summary</a:t>
            </a:r>
          </a:p>
          <a:p>
            <a:pPr lvl="1"/>
            <a:r>
              <a:rPr sz="1600" b="0"/>
              <a:t>C150 is not a free wall gas, but its Floquet spectrum is exactly that of ⌈N/2⌉ particle–hole-paired modes — spectral freeness without wall-number freeness</a:t>
            </a:r>
          </a:p>
          <a:p>
            <a:pPr lvl="1"/>
            <a:r>
              <a:rPr sz="1600" b="0"/>
              <a:t>that is what makes the degeneracy structural rather than accidental, and it is the mechanism behind Result 4c's RMT exclusion</a:t>
            </a:r>
          </a:p>
          <a:p>
            <a:pPr lvl="1"/>
            <a:r>
              <a:rPr sz="1600" b="0"/>
              <a:t>open: exhibit the mode operators. They generate the commutant, and a 4-level block {φ, 0, 0, −φ} per mode gives 6^m immediately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C150 under dissipation — the neighbours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37" cy="3280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547"/>
                <a:gridCol w="1952512"/>
                <a:gridCol w="1789803"/>
                <a:gridCol w="1464384"/>
                <a:gridCol w="813547"/>
                <a:gridCol w="1464384"/>
                <a:gridCol w="2766060"/>
              </a:tblGrid>
              <a:tr h="328041">
                <a:tc>
                  <a:txBody>
                    <a:bodyPr/>
                    <a:lstStyle/>
                    <a:p>
                      <a:r>
                        <a:rPr sz="1100" b="1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recurrent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Cesàro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transient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reading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V, V,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C150 itself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(D, V, V,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total collapse, no coherence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(E, V, V,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one 5-state class: period-3 QLC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D, V,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3-dim DFS = 3 sectors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V, D,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3-dim DFS = 3 sectors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E, V,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DFS + dark states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V, E,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DFS + dark states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V, V,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R-T11 rule: vacuum + same QLC</a:t>
                      </a:r>
                    </a:p>
                  </a:txBody>
                  <a:tcPr/>
                </a:tc>
              </a:tr>
              <a:tr h="328041">
                <a:tc>
                  <a:txBody>
                    <a:bodyPr/>
                    <a:lstStyle/>
                    <a:p>
                      <a:r>
                        <a:rPr sz="1100" b="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(I, V, V, 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vacuum + a 10-state QLC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N = 4, obc0; all entries exact over ℚ(√2).  Note the W22 row: the rule whose transient dark states forced the Tier-2 gap definition to be corrected — is C150 with a single symbol changed.  The two middle-slot D-mutations preserve the sector count exactly; the E-mutations add transient dark states on top.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sectors survive dissipation as a 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W148 = (I, D, V, I) and W134 = (I, V, D, I): each C150 sector collapses to ONE pointer state, and every coherence between them survives</a:t>
            </a:r>
          </a:p>
          <a:p>
            <a:pPr lvl="1"/>
            <a:r>
              <a:rPr sz="1600" b="0"/>
              <a:t>exact block dimension [n] with n = ⌊(N+1)/2⌋ + 1 = the C150 sector count, verified N = 3…7 for both rules; gap = n(n−1)</a:t>
            </a:r>
          </a:p>
          <a:p>
            <a:pPr lvl="1"/>
            <a:r>
              <a:rPr sz="1600" b="0"/>
              <a:t>N = 3,4 → 3-dim (gap 6);  N = 5,6 → 4-dim (gap 12);  N = 7 → 5-dim (gap 20)</a:t>
            </a:r>
          </a:p>
          <a:p>
            <a:pPr/>
            <a:r>
              <a:rPr sz="1800" b="1"/>
              <a:t>Explicit, at N = 5:  DFS = span{ |00000⟩, |10000⟩, |10100⟩, |10101⟩ }</a:t>
            </a:r>
          </a:p>
          <a:p>
            <a:pPr lvl="1"/>
            <a:r>
              <a:rPr sz="1600" b="0"/>
              <a:t>one maximally packed representative per wall number w = 0, 2, 4, 6 — left-packed for W148, right-packed for W134, the two being boundary mirror images. The dissipation picks a canonical member of each C150 sector and keeps the coherence between them</a:t>
            </a:r>
          </a:p>
          <a:p>
            <a:pPr/>
            <a:r>
              <a:rPr sz="1800" b="1"/>
              <a:t>Reading: the wall charge becomes an error-protecting charge</a:t>
            </a:r>
          </a:p>
          <a:p>
            <a:pPr lvl="1"/>
            <a:r>
              <a:rPr sz="1600" b="0"/>
              <a:t>a logical qudit of dimension ⌊(N+1)/2⌋+1, growing LINEARLY in N, protected passively — no gates, no syndrome extraction</a:t>
            </a:r>
          </a:p>
          <a:p>
            <a:pPr lvl="1"/>
            <a:r>
              <a:rPr sz="1600" b="0"/>
              <a:t>same mechanism as W232 in Tier-2's QEC chapter (R-T12; cf. Guedes, Winter &amp; Müller, arXiv:2309.03608): a classical CA charge promoted to a dissipative code space</a:t>
            </a:r>
          </a:p>
          <a:p>
            <a:pPr lvl="1"/>
            <a:r>
              <a:rPr sz="1600" b="0"/>
              <a:t>caveat: this is protection against the automaton's OWN dissipation. No threshold against extrinsic noise has been computed — that is the next test.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ring, and the updated open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5029200"/>
          </a:xfrm>
        </p:spPr>
        <p:txBody>
          <a:bodyPr wrap="square"/>
          <a:lstStyle/>
          <a:p>
            <a:pPr/>
            <a:r>
              <a:rPr sz="1800" b="1"/>
              <a:t>C150 on pbc — kinematics in closed form (Tier-2 SCC engine, N = 3…12)</a:t>
            </a:r>
          </a:p>
          <a:p>
            <a:pPr lvl="1"/>
            <a:r>
              <a:rPr sz="1600" b="0"/>
              <a:t>|S_w| = 2·C(N, w) for even w with 0 &lt; w &lt; N; the factor 2 IS the Z₂ gauge redundancy — the two spin states of a bond string are the global flip</a:t>
            </a:r>
          </a:p>
          <a:p>
            <a:pPr lvl="1"/>
            <a:r>
              <a:rPr sz="1600" b="0"/>
              <a:t>w = 0 gives two frozen singletons (all-0, all-1); for even N, w = N gives two more (the two Néel states)</a:t>
            </a:r>
          </a:p>
          <a:p>
            <a:pPr lvl="1"/>
            <a:r>
              <a:rPr sz="1600" b="0"/>
              <a:t>#sectors = N/2 + 3 (even N),  (N+3)/2 (odd N) — checked N = 3…12</a:t>
            </a:r>
          </a:p>
          <a:p>
            <a:pPr/>
            <a:r>
              <a:rPr sz="1800" b="1"/>
              <a:t>Closed by this chapter</a:t>
            </a:r>
          </a:p>
          <a:p>
            <a:pPr lvl="1"/>
            <a:r>
              <a:rPr sz="1600" b="0"/>
              <a:t>the commutant dimension (6^m), and its (√6)^N growth</a:t>
            </a:r>
          </a:p>
          <a:p>
            <a:pPr lvl="1"/>
            <a:r>
              <a:rPr sz="1600" b="0"/>
              <a:t>the 3^m law, dim Fix(U) = 2^m and dim Fix(U_w) = C(m, w/2) — all three now follow from one factorisation</a:t>
            </a:r>
          </a:p>
          <a:p>
            <a:pPr/>
            <a:r>
              <a:rPr sz="1800" b="1"/>
              <a:t>Still open</a:t>
            </a:r>
          </a:p>
          <a:p>
            <a:pPr lvl="1"/>
            <a:r>
              <a:rPr sz="1600" b="0"/>
              <a:t>the explicit mode operators; the partner-shell intertwiner; whether the odd-N second defect ¾ has a boundary interpretation</a:t>
            </a:r>
          </a:p>
          <a:p>
            <a:pPr lvl="1"/>
            <a:r>
              <a:rPr sz="1600" b="0"/>
              <a:t>does the W148/W134 DFS dimension keep tracking ⌊(N+1)/2⌋+1 beyond N = 7, and does it hold on the ring?</a:t>
            </a:r>
          </a:p>
          <a:p>
            <a:pPr lvl="1"/>
            <a:r>
              <a:rPr sz="1600" b="0"/>
              <a:t>extrinsic-noise threshold for the inherited code — connects this deck to the QEC literature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